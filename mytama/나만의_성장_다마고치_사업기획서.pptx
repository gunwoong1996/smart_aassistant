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나만의 성장 다마고치 프로젝트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개인의 목표 달성을 기반으로 성장하는 아바타 서비스</a:t>
            </a:r>
          </a:p>
          <a:p>
            <a:r>
              <a:t>성취가 곧 캐릭터의 성장으로 연결되는 구조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목표를 세워도 지속하기 어렵다</a:t>
            </a:r>
          </a:p>
          <a:p>
            <a:r>
              <a:t>성취감이 오래가지 않는다</a:t>
            </a:r>
          </a:p>
          <a:p>
            <a:r>
              <a:t>성장을 '시각적으로' 체감하기 어렵다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해결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목표 달성 → 경험치 획득</a:t>
            </a:r>
          </a:p>
          <a:p>
            <a:r>
              <a:t>레벨업 시스템 도입</a:t>
            </a:r>
          </a:p>
          <a:p>
            <a:r>
              <a:t>아바타가 시각적으로 변화</a:t>
            </a:r>
          </a:p>
          <a:p>
            <a:r>
              <a:t>나만의 다마고치 성장 시스템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기능 (MVP)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오늘 달성한 목표 입력</a:t>
            </a:r>
          </a:p>
          <a:p>
            <a:r>
              <a:t>2. 경험치 자동 계산</a:t>
            </a:r>
          </a:p>
          <a:p>
            <a:r>
              <a:t>3. 레벨 시스템</a:t>
            </a:r>
          </a:p>
          <a:p>
            <a:r>
              <a:t>4. 성장 단계별 아바타 변화</a:t>
            </a:r>
          </a:p>
          <a:p>
            <a:r>
              <a:t>5. 간단한 통계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사용자 흐름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접속</a:t>
            </a:r>
          </a:p>
          <a:p>
            <a:r>
              <a:t>2. '오늘 무엇을 이뤘는가?' 입력</a:t>
            </a:r>
          </a:p>
          <a:p>
            <a:r>
              <a:t>3. 경험치 획득</a:t>
            </a:r>
          </a:p>
          <a:p>
            <a:r>
              <a:t>4. 레벨업 확인</a:t>
            </a:r>
          </a:p>
          <a:p>
            <a:r>
              <a:t>5. 성장한 아바타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가치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성취감 강화</a:t>
            </a:r>
          </a:p>
          <a:p>
            <a:r>
              <a:t>지속 동기부여</a:t>
            </a:r>
          </a:p>
          <a:p>
            <a:r>
              <a:t>자기 성장의 시각화</a:t>
            </a:r>
          </a:p>
          <a:p>
            <a:r>
              <a:t>게임처럼 재미있는 자기관리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타겟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모든 사람</a:t>
            </a:r>
          </a:p>
          <a:p>
            <a:r>
              <a:t>목표 달성이 필요한 사람</a:t>
            </a:r>
          </a:p>
          <a:p>
            <a:r>
              <a:t>자기계발에 관심 있는 사람</a:t>
            </a:r>
          </a:p>
          <a:p>
            <a:r>
              <a:t>루틴을 만들고 싶은 사람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수익 모델 (향후)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현재: 개인용 프로젝트</a:t>
            </a:r>
          </a:p>
          <a:p>
            <a:r>
              <a:t>향후: 구독 모델</a:t>
            </a:r>
          </a:p>
          <a:p>
            <a:r>
              <a:t>프리미엄 아바타 스킨</a:t>
            </a:r>
          </a:p>
          <a:p>
            <a:r>
              <a:t>고급 통계 기능 제공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개발 방향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1단계: 로컬 웹 또는 데스크탑 앱 제작</a:t>
            </a:r>
          </a:p>
          <a:p>
            <a:r>
              <a:t>2단계: 데이터 저장 기능 추가</a:t>
            </a:r>
          </a:p>
          <a:p>
            <a:r>
              <a:t>3단계: UI/아바타 그래픽 개선</a:t>
            </a:r>
          </a:p>
          <a:p>
            <a:r>
              <a:t>4단계: 클라우드 확장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비전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성장이 보이는 자기관리 플랫폼</a:t>
            </a:r>
          </a:p>
          <a:p>
            <a:r>
              <a:t>현실과 연결된 RPG 시스템</a:t>
            </a:r>
          </a:p>
          <a:p>
            <a:r>
              <a:t>인생을 게임처럼 플레이하다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